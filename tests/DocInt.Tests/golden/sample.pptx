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6c2503b584148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"/>
  </p:sldMasterIdLst>
  <p:sldIdLst>
    <p:sldId xmlns:r="http://schemas.openxmlformats.org/officeDocument/2006/relationships" id="256" r:id="rIdSlide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slide" Target="/ppt/slides/slide1.xml" Id="rIdSlide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"/>
  </p:sldLayoutIdLst>
</p:sldMaster>
</file>

<file path=ppt/slideMasters/theme/theme1.xml><?xml version="1.0" encoding="utf-8"?>
<a:theme xmlns:a="http://schemas.openxmlformats.org/drawingml/2006/main" name="Minimal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501642a9f4d8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EuGo PPTX golden slide</a:t>
            </a:r>
          </a:p>
        </p:txBody>
      </p:sp>
    </p:spTree>
  </p:cSld>
  <p:clrMapOvr>
    <a:masterClrMapping xmlns:a="http://schemas.openxmlformats.org/drawingml/2006/main"/>
  </p:clrMapOvr>
</p:sld>
</file>